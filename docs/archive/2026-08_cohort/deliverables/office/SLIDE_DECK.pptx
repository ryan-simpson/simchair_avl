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Haptic Sim-Chair Teleoperation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4B581"/>
                </a:solidFill>
                <a:latin typeface="Calibri"/>
              </a:rPr>
              <a:t>for Autonomous Vehicle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AVL Summer Cohort 2026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California State Polytechnic University, Pomona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Ryan Simpson · Tyler Carrasco · Yi-Szen Tang · Kevin Xu · Justin Dang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Mentor: Dr. Behnam Bahr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August 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1. Project overview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2. Technical architecture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3. Methodology (how we built it)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4. Challenges and solutions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5. Results and metrics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6. Demo summary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7. Future work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8. Handoff /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Overview: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Remote drivers lose the cues that make driving intuitive: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- Peripheral vision and depth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- Body motion / acceleration feel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- Confident, precise control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Flat single-camera teleop is not enough for hazardous sites or AV safety intervention.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Overview: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Marvin go-kart ↔ D-BOX sim chair over Tailscale VPN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Channel  |  What it restores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Vision  |  3× ZED X → 3 panoramic monitors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Control  |  Thrustmaster wheel/pedals → differential drive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Haptics  |  IMU → D-BOX chair (bridge ready; E2E verify next)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Goal: human-level sight + physical feedback at internet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Overview: Current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Capability  |  Status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Wheel/pedal remote drive  |  Working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3-camera live JPEG video  |  Working (UDP primary)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D-BOX SDK on Windows  |  Working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Vehicle IMU → chair E2E  |  Script ready: verify live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Motor sustained quality  |  Open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OPERATOR (Windows)           TAILSCALE              VEHICLE (Jetson)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Wheel/Pedals --&gt; UDP :5006 --------------------&gt; controller -&gt; Teensy -&gt; Motors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3 Monitors   &lt;-- UDP :9001-3 &lt;------------------ ZED X x3 -&gt; camera_sender_udp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D-BOX        &lt;-- UDP :5007 &lt;-------------------- IMU bridge (Xsens)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Status       &lt;-- UDP :5008 &lt;-------------------- controller status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Primary video path: chunked JPEG over UDP (~1280×720 @ 30). TCP JPEG is legacy fallback.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Technical Architecture: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Operator: Windows · SDL2 · OpenCV · D-BOX LiveMotion · Tailscale 100.91.25.107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Vehicle: Jetson Orin · Ubuntu 22.04 · ROS 2 Humble · CycloneDDS · domain 42 · 100.93.121.3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Actuation: Teensy 4.1 @ 115200 → REV Spark MAX (differential drive)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Key apps: simchair_sender_dbox.exe · orin_vehicle_controller.py · orin_camera_sender_udp.py · imu_bridge.py · windows_camera_receiver_udp.py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1. Keep teleop outside shared IGVC tree (read-only)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2. Prefer reliable demo path (UDP JPEG; TCP fallback) over unfinished codecs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3. Forward ZED compressed topics (no re-encode)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4. Stagger ZED launches; unset DISPLAY; TF/URDF on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5. OpenCV display main thread only on Windows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6. Measure: Tailscale RTT + glass-to-glass stopwatch (10 samples)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Challenge  |  Solution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ZED EGL / Argus crash  |  Real unset DISPLAY (not empty string)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No frames / TF hang  |  publish_tf:=true publish_urdf:=true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Dual ZED stacks fight  |  One stack only; kill watchdogs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Multi-cam crash  |  25 s stagger between cameras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OpenCV blank windows  |  Main-thread imshow +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Challenges &amp; Solutions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Challenge  |  Solution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GStreamer RTSP unreliable  |  Adopt JPEG (TCP then UDP chunked) as primary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Control inverted  |  Fix throttle-brake and steering signs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Conda breaks ROS Python  |  Always /usr/bin/python3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Tailscale MTU 1280  |  UDP chunks ≤1200 bytes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Still open: motor degradation, right-tilt, IMU→chair E2E, DERP vs direct.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Results: Verified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- Remote drive from sim chair over Tailscale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- Three live camera streams on Surround monitors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- D-BOX SDK integrated (local input cueing)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- Reproducible full-stack launch (orin_launch_all.sh)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Baseline date: 2026-07-27 · TCP video 2026-08-04 · UDP JPEG primary 2026-08-07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Results: Baseline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Metric  |  Value  |  Target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Tailscale RTT  |  88-112 ms (DERP)  |  Direct peer path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Video  |  1280×720 @ 30 JPEG/UDP (target)  |  H.265 / higher res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Glass-to-glass  |  TBD  |  &lt;150 ms median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Control rate  |  ~20 Hz  |  50 Hz + seq/watchdogs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Bandwidth (3 cams)  |  TBD  |  &lt;25 Mbps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*Do not invent TBD numbers: measure before claiming.*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Demo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What you see: operator in D-BOX chair → panoramic video → kart responds to wheel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Verified path tonight: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1. Jetson: orin_launch_all.sh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2. Windows: start_all.bat or windows_camera_receiver_udp.py + simchair_sender_dbox.exe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Do not claim unless checked live: H.265 primary, &lt;150 ms G2G, full IMU→chair washout, perfect sustained motors.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Future Work (Priority Order)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1. Motors: degradation and right-tilt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2. IMU → D-BOX end-to-end + washout tuning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3. H.265 / higher res video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4. Latency on direct Tailscale (&lt;150 ms)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5. Control seq + multi-layer watchdogs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6. systemd + persistent firewall + soak ≥30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Codebase &amp; Handoff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cursor-test/windows/   &lt;- launch Windows apps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cursor-test/jetson/    &lt;- push to ~/Documents/SimChair_Teleop/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cursor-test/docs/      &lt;- architecture, launch, known issues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Never modify /home/dinosaur/IGVC/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See: docs/deliverables/HANDOFF_PACKAGE.md · docs/LAUNCH_PROCEDURE.md · docs/KNOWN_ISSUES_AND_HISTORY.md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0E6"/>
                </a:solidFill>
                <a:latin typeface="Calibr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B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Questions?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Team: Ryan Simpson (lead) · Tyler Carrasco · Yi-Szen Tang · Kevin Xu · Justin Dang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Mentor: Dr. Behnam Bahr · AVL, Cal Poly Pomona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 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Deliverables: Technical report · This deck · Demo video · Handoff package</a:t>
            </a:r>
          </a:p>
          <a:p>
            <a:pPr algn="l"/>
            <a:r>
              <a:rPr sz="1600">
                <a:solidFill>
                  <a:srgbClr val="F3F0E6"/>
                </a:solidFill>
                <a:latin typeface="Calibri"/>
              </a:rPr>
              <a:t>Submit To: mghasemi@cpp.edu · CC: rmsimpson@cpp.edu, kbraga@cpp.edu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4BC"/>
                </a:solidFill>
                <a:latin typeface="Calibri"/>
              </a:rPr>
              <a:t>Marvin Sim Chair · AVL Summer Cohort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